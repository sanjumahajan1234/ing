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6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03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822960"/>
            <a:ext cx="3200400" cy="32004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REPORTING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Roadmap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Initiatives to Modernise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Infrastructure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 Wholesale Bank  |  APAC Finance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INITIATIVES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02920" cy="16459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502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Excel — One File, One Refresh, One 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627632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individual report refreshes with a single Mega Excel leveraging the existing Access database — the same infrastructure already powering Forward Looking. Covers reporting, EPM conversion, and new joiner access.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502920" cy="16459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502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&amp; Head Office Pack Automation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02152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 the WD5 Flash file to a cleaner, forward-looking summary format. Automate the WD6 Head Office pack using database extractors — reducing turnaround time, improving commentary quality, and leveraging AI for narrative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Mega Excel — The Case for One File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problem: Every report uses a different time period — each must be refreshed individually, creating reconciliation risk and wasted effort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65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365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Looking already on this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database infrastructure is live and working for Forward Looking. Mega Excel simply extends the same model to all other reports — no new architecture needed.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65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1783080"/>
            <a:ext cx="365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874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Conversion — one file, not many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0" y="22585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each report is individually converted to EPM. With Mega Excel, we convert a single consolidated file. Same output, dramatically less effort and zero version mismatch risk.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365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246120"/>
            <a:ext cx="365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can start immediately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3721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new staff wait up to a month for Essbase access. Via the database + VBA approach, they can access and use data from Day 1 — no system access dependency.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365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365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Amsterdam Robot Refresh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0640" y="3721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Mega Excel is stable, the Amsterdam robot can be leveraged to auto-refresh the file — eliminating even the manual trigger step and enabling fully scheduled reporting.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How Mega Excel Works — Before vs. After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749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7490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Individual Reports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429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report has its own time period &amp; refresh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manual connections to HORMA, MISOB, etc.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conversion done separately per report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blocked until Essbase access granted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mismatches across reports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reconciliation effort every close cycle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24528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017"/>
                </a:solidFill>
              </a:rPr>
              <a:t>▶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Mega Excel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572768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consolidates all time periods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Access database refresh covers all reports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EPM conversion of the mega-file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use database via VBA from Day 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data — zero version risk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Amsterdam robot auto-refreshes the file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Flash &amp; Head Office Pack — The Problem Today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WD5 Flash File — Current Issues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detailed — adjustments not properly summarised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read quickly for decision-making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aligned to the cleaner Forward Looking format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forward-looking format for Flash — already started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adjustments moved to a separate, clean annex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Easy-to-read 'digest' format for the main Flash file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commentary for key variances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WD6 Head Office Pack — Current Issues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019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too long to produce — very little time left to review commentaries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assembly of pack delays sign-off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quality suffers under time pressure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pack generation from database extractors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refresh process as Forward Looking file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first-draft commentary — team reviews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live from March Flash onwards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Foundation — Database Extractors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initiatives use the same approach: database extractors + the same refresh process already proven in Forward Looking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560320" cy="86868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2880360"/>
            <a:ext cx="2286000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2900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Already Live for Forward Looking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788920"/>
            <a:ext cx="0" cy="640080"/>
          </a:xfrm>
          <a:prstGeom prst="line">
            <a:avLst/>
          </a:prstGeom>
          <a:noFill/>
          <a:ln w="19050">
            <a:solidFill>
              <a:srgbClr val="B0C0D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A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35387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Excel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Reports)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788920"/>
            <a:ext cx="0" cy="640080"/>
          </a:xfrm>
          <a:prstGeom prst="line">
            <a:avLst/>
          </a:prstGeom>
          <a:noFill/>
          <a:ln w="19050">
            <a:solidFill>
              <a:srgbClr val="B0C0D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68880" y="3429000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A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68880" y="35387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(WD5)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788920"/>
            <a:ext cx="1005840" cy="640080"/>
          </a:xfrm>
          <a:prstGeom prst="line">
            <a:avLst/>
          </a:prstGeom>
          <a:noFill/>
          <a:ln w="19050">
            <a:solidFill>
              <a:srgbClr val="B0C0D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35387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Looking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788920"/>
            <a:ext cx="3200400" cy="640080"/>
          </a:xfrm>
          <a:prstGeom prst="line">
            <a:avLst/>
          </a:prstGeom>
          <a:noFill/>
          <a:ln w="19050">
            <a:solidFill>
              <a:srgbClr val="B0C0D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58000" y="3429000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A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0" y="35387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Pack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(WD6)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DF4FF"/>
          </a:solidFill>
          <a:ln w="12700">
            <a:solidFill>
              <a:srgbClr val="B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Amsterdam robot auto-refreshes Mega Excel on schedule — zero manual trigger needed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931920" cy="2331720"/>
          </a:xfrm>
          <a:prstGeom prst="rect">
            <a:avLst/>
          </a:prstGeom>
          <a:solidFill>
            <a:srgbClr val="1A3A5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Excel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for all reports, all time periods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EPM conversion of the mega-file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on Day 1 via VBA + Access database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Amsterdam robot auto-refresh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2331720"/>
          </a:xfrm>
          <a:prstGeom prst="rect">
            <a:avLst/>
          </a:prstGeom>
          <a:solidFill>
            <a:srgbClr val="1A3A5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&amp; HO Pack Automation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WD5 Flash moved to cleaner forward-looking format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WD6 HO Pack automated from March Flash onwards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commentary for faster, consistent narratives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extractor refresh — same as Forward Looking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95020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Align on Mega Excel scope — map all reports &amp; time periods to be consolidated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Confirm database extractor design for all target outputs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Complete WD5 Flash format migration to forward-looking structure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Pilot WD6 HO Pack automation for March Flash — measure time saved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Plan Phase 2 Amsterdam robot integration for scheduled Mega Excel refresh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Office PowerPoint</Application>
  <PresentationFormat>On-screen Show (16:9)</PresentationFormat>
  <Paragraphs>103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Reporting Transformation</dc:title>
  <dc:subject>PptxGenJS Presentation</dc:subject>
  <dc:creator>PptxGenJS</dc:creator>
  <cp:lastModifiedBy>Sanjay Mahajan</cp:lastModifiedBy>
  <cp:revision>2</cp:revision>
  <dcterms:created xsi:type="dcterms:W3CDTF">2026-03-10T11:04:02Z</dcterms:created>
  <dcterms:modified xsi:type="dcterms:W3CDTF">2026-03-10T11:10:39Z</dcterms:modified>
</cp:coreProperties>
</file>