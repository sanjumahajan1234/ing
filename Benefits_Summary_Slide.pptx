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775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Time Savings — Both Initiatives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51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251960" cy="384048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Mega Excel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737360" cy="292608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Consolidation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0" y="1737360"/>
            <a:ext cx="1234440" cy="292608"/>
          </a:xfrm>
          <a:prstGeom prst="rect">
            <a:avLst/>
          </a:prstGeom>
          <a:solidFill>
            <a:srgbClr val="1A5FAA"/>
          </a:solidFill>
          <a:ln w="12700">
            <a:solidFill>
              <a:srgbClr val="1A5F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286000" y="17373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1214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Powers: Forward Looking, KPI &amp; Lending Dashboards, Flash Deck, ASMT, any MASS-driven deck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393192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7066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80944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accuracy — no VLOOKUP links or broken references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refresh without SmartView access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Synergy: MI Consolidation &amp; Digital now share one file — 1 refresh serves both teams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SmartView downtime in Asia peak hours (9–11am)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cs typeface="Calibri" pitchFamily="34" charset="-120"/>
              </a:rPr>
              <a:t>Single EPM conversion of the Mega Excel - no more converting individual reports separately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224527"/>
            <a:ext cx="3931920" cy="619181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4221917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saved: </a:t>
            </a:r>
            <a:r>
              <a:rPr lang="en-US" sz="950" b="1" dirty="0" err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</a:t>
            </a: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Looking, Tableau &amp; ASMT prep — ~2 </a:t>
            </a:r>
            <a:r>
              <a:rPr lang="en-US" sz="950" b="1" dirty="0" err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</a:t>
            </a: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950" b="1" dirty="0" err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</a:t>
            </a: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(largely already </a:t>
            </a:r>
            <a:r>
              <a:rPr lang="en-US" sz="950" b="1" dirty="0" err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</a:t>
            </a: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New savings: 1 </a:t>
            </a:r>
            <a:r>
              <a:rPr lang="en-US" sz="950" b="1" dirty="0" err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950" b="1" dirty="0" err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</a:t>
            </a: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MI &amp; Digital consolidating to one shared file + 3 </a:t>
            </a:r>
            <a:r>
              <a:rPr lang="en-US" sz="950" b="1" dirty="0" err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</a:t>
            </a: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950" b="1" dirty="0" err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</a:t>
            </a: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once Amsterdam robot takes over refresh = 4 </a:t>
            </a:r>
            <a:r>
              <a:rPr lang="en-US" sz="950" b="1" dirty="0" err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</a:t>
            </a: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950" b="1" dirty="0" err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</a:t>
            </a: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 new savings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987552"/>
            <a:ext cx="4069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069080" cy="384048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0" y="10058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Flash &amp; HO Pack Automation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1463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on WD5 Flash &amp; WD6 HO Pack calls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1737360"/>
            <a:ext cx="1737360" cy="2743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9204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Consolidation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20840" y="1737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10379" y="1745196"/>
            <a:ext cx="1005840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710379" y="17451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07659" y="1745196"/>
            <a:ext cx="594360" cy="274320"/>
          </a:xfrm>
          <a:prstGeom prst="rect">
            <a:avLst/>
          </a:prstGeom>
          <a:solidFill>
            <a:srgbClr val="B05A00"/>
          </a:solidFill>
          <a:ln w="12700">
            <a:solidFill>
              <a:srgbClr val="B05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807659" y="17451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2131859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7–8 FTEs on each call — efficiency gains multiply across the team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2646537"/>
            <a:ext cx="374904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92040" y="2667441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020136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WD5 call overrun avoided — clean, easily digestible Flash format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WD6 HO Pack auto-generated — more time for commentary review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database extractor process as Forward Looking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92040" y="4187952"/>
            <a:ext cx="3749040" cy="64008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83480" y="42428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saved: ~1–2 </a:t>
            </a:r>
            <a:r>
              <a:rPr lang="en-US" sz="950" b="1" dirty="0" err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</a:t>
            </a: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950" b="1" dirty="0" err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</a:t>
            </a: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(call overrun avoided across 7–8 FTEs on WD5 &amp; WD6 calls + report prep)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236</Words>
  <Application>Microsoft Office PowerPoint</Application>
  <PresentationFormat>On-screen Show (16:9)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Sanjay Mahajan</cp:lastModifiedBy>
  <cp:revision>3</cp:revision>
  <dcterms:created xsi:type="dcterms:W3CDTF">2026-03-17T08:39:49Z</dcterms:created>
  <dcterms:modified xsi:type="dcterms:W3CDTF">2026-03-17T09:22:31Z</dcterms:modified>
</cp:coreProperties>
</file>