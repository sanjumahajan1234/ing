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— What is a Digital Workplace Ambassador?
HOOK (10 sec):
"Quick show of hands — who uses Teams or SharePoint every single day?" [pause] "Ambassadors help make those tools actually work for you — and your team."
CARD BY CARD (60 sec):
🔍 Questions: "Someone can't find a file, wants a smarter way to run their weekly — that's the Ambassador. Password reset or broken laptop — still IT. Important distinction."
📣 Best practices: "Think: co-authoring a doc instead of emailing five versions. Using a channel instead of a group chat that nobody checks. Setting up a SharePoint page your team can actually find. Practical stuff."
🔄 Feedback: "If a rollout is confusing or a tool doesn't suit how Finance works — the Ambassador captures that and sends it back to Workplace Services. We shape how this lands, we don't just receive it."
🧪 Pilots: "You get early access. Before features go live globally, Ambassadors are the ones testing them. Bi-monthly sessions, first look at new tools."
STAT (10 sec):
"1,700 colleagues globally are already doing this across 5 continents. This isn't a local experiment — it's a real programme."
CLOSE: Point to link — "Full details on the intranet — I'll drop the link in chat after."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What You Get · Why Join · Sign Up
SECTION 1 — What you get (45 sec):
💬 Viva Engage: "There's a global community where Ambassadors share tips, ask questions, and help each other out. You're not on your own."
📅 Bi-monthly sessions: "Live walk-in sessions every two months — two time slots so it works across time zones. You hear about new features before your colleagues do."
🚀 Early access: "You pilot new tools before general rollout. If something doesn't work for Finance, you're the one who flags it early."
🎓 Training: "Training calendar, MS365 sessions you can run for your own team, weekly tips pushed to you directly."
SECTION 2 — Make it visible (20 sec):
"Three simple things once you join: set the Ambassador Teams background, update your status message, and drop tips in your next team meeting. Low effort, high visibility."
CTA (15 sec):
"Light commitment — no separate KPIs, no dedicated headcount. But real upside: network, visibility, early access, and you're genuinely helping people work better."
"If this sounds like you, come talk to me — or sign up directly via the intranet link. Metha in our team has already joined — she can tell you more."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ing.sharepoint.com/sites/intranet-017-mywork/SitePages/digital-workplace-ambassador.aspx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ing.sharepoint.com/sites/intranet-017-mywork/SitePages/digital-workplace-ambassador.aspx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82880" y="27432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Digital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Workplace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Ambassador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82880" y="2286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Your peer guide to smarter working</a:t>
            </a:r>
            <a:endParaRPr lang="en-US" sz="1050" dirty="0"/>
          </a:p>
          <a:p>
            <a:pPr algn="l"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with ING digital tools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82880" y="2944368"/>
            <a:ext cx="3063240" cy="402336"/>
          </a:xfrm>
          <a:prstGeom prst="roundRect">
            <a:avLst>
              <a:gd name="adj" fmla="val 11364"/>
            </a:avLst>
          </a:prstGeom>
          <a:solidFill>
            <a:srgbClr val="CC4E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28600" y="297180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Primarily M365 · any new ING digital tool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3493008"/>
            <a:ext cx="3063240" cy="502920"/>
          </a:xfrm>
          <a:prstGeom prst="roundRect">
            <a:avLst>
              <a:gd name="adj" fmla="val 9091"/>
            </a:avLst>
          </a:prstGeom>
          <a:solidFill>
            <a:srgbClr val="1A1A1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56032" y="35387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200"/>
                </a:solidFill>
              </a:rPr>
              <a:t>🌐  1,700+ Ambassadors worldwide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56032" y="37490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CCCCCC"/>
                </a:solidFill>
              </a:rPr>
              <a:t>Active on Viva Engage · 5 continents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2880" y="4160520"/>
            <a:ext cx="3063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</p:spPr>
      </p:sp>
      <p:sp>
        <p:nvSpPr>
          <p:cNvPr id="11" name="Text 9">
            <a:hlinkClick r:id="rId1" tooltip=""/>
          </p:cNvPr>
          <p:cNvSpPr txBox="1"/>
          <p:nvPr/>
        </p:nvSpPr>
        <p:spPr>
          <a:xfrm>
            <a:off x="256032" y="418795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u="sng" dirty="0">
                <a:solidFill>
                  <a:srgbClr val="FF620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Learn more on ING Intranet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" y="439826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8888"/>
                </a:solidFill>
              </a:rPr>
              <a:t>ing.sharepoint.com › digital-workplace-ambassador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22860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200"/>
                </a:solidFill>
              </a:rPr>
              <a:t>What does an Ambassador do?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703320" y="777240"/>
            <a:ext cx="5230368" cy="868680"/>
          </a:xfrm>
          <a:prstGeom prst="roundRect">
            <a:avLst>
              <a:gd name="adj" fmla="val 5263"/>
            </a:avLst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58768" y="832104"/>
            <a:ext cx="49194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🔍  Help colleagues with "how do I do this?" questions on Teams, SharePoint, OneDrive, Outlook — and any new ING tool. Not IT incidents.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703320" y="1828800"/>
            <a:ext cx="5230368" cy="868680"/>
          </a:xfrm>
          <a:prstGeom prst="roundRect">
            <a:avLst>
              <a:gd name="adj" fmla="val 5263"/>
            </a:avLst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58768" y="1883664"/>
            <a:ext cx="49194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📣  Share best practices: co-authoring docs, channels vs group chats, SharePoint pages for your team, smarter meeting habits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703320" y="2880360"/>
            <a:ext cx="5230368" cy="868680"/>
          </a:xfrm>
          <a:prstGeom prst="roundRect">
            <a:avLst>
              <a:gd name="adj" fmla="val 5263"/>
            </a:avLst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58768" y="2935224"/>
            <a:ext cx="49194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🔄  Flag what's confusing or not working for Finance — you shape how tools are adopted, not just receive them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703320" y="3931920"/>
            <a:ext cx="5230368" cy="868680"/>
          </a:xfrm>
          <a:prstGeom prst="roundRect">
            <a:avLst>
              <a:gd name="adj" fmla="val 5263"/>
            </a:avLst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58768" y="3986784"/>
            <a:ext cx="49194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🧪  Be first: join pilots, test new features, and participate in bi-monthly walk-in sessions before general rollout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82880" y="482803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ING Finance APAC  |  Digital Workplace Ambassador Programme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28600" y="9144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What You Get  ·  Why Join  ·  Sign Up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200"/>
                </a:solidFill>
              </a:rPr>
              <a:t>What you get as an Ambassador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87952" cy="868680"/>
          </a:xfrm>
          <a:prstGeom prst="roundRect">
            <a:avLst>
              <a:gd name="adj" fmla="val 5263"/>
            </a:avLst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252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</a:rPr>
              <a:t>💬  Viva Engage community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5544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Global network to ask questions, share ideas, get tips and connect with 1,700+ peers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81728" y="1188720"/>
            <a:ext cx="4187952" cy="868680"/>
          </a:xfrm>
          <a:prstGeom prst="roundRect">
            <a:avLst>
              <a:gd name="adj" fmla="val 5263"/>
            </a:avLst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18888" y="1252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</a:rPr>
              <a:t>📅  Bi-monthly walk-in sessions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818888" y="15544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Live updates on newest M365 features — two time slots to cover all time zones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176272"/>
            <a:ext cx="4187952" cy="868680"/>
          </a:xfrm>
          <a:prstGeom prst="roundRect">
            <a:avLst>
              <a:gd name="adj" fmla="val 5263"/>
            </a:avLst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" y="2240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</a:rPr>
              <a:t>🚀  Early access to new tools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11480" y="254203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First to pilot and test new digital workplace features before general rollout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81728" y="2176272"/>
            <a:ext cx="4187952" cy="868680"/>
          </a:xfrm>
          <a:prstGeom prst="roundRect">
            <a:avLst>
              <a:gd name="adj" fmla="val 5263"/>
            </a:avLst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18888" y="2240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1A1A"/>
                </a:solidFill>
              </a:rPr>
              <a:t>🎓  Training &amp; weekly tips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818888" y="254203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Access to training calendar, MS365 sessions for you and your team, and regular feature tips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200400"/>
            <a:ext cx="8595360" cy="2743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74320" y="33101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200"/>
                </a:solidFill>
              </a:rPr>
              <a:t>Make your role visible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" y="3703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🖼️  Set an Ambassador Teams background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65760" y="40325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💬  Add "I am a Digital Workplace Ambassador" as your Teams status message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65760" y="43616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📢  Share tips in team meetings, emails, or short videos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94960" y="3246120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1A1A1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532120" y="336499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200"/>
                </a:solidFill>
              </a:rPr>
              <a:t>Ready to join?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532120" y="37033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Sign up via the ING Intranet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Contact: ambassador.programme@ing.com</a:t>
            </a:r>
            <a:endParaRPr lang="en-US" sz="950" dirty="0"/>
          </a:p>
        </p:txBody>
      </p:sp>
      <p:sp>
        <p:nvSpPr>
          <p:cNvPr id="25" name="Text 23">
            <a:hlinkClick r:id="rId1" tooltip=""/>
          </p:cNvPr>
          <p:cNvSpPr txBox="1"/>
          <p:nvPr/>
        </p:nvSpPr>
        <p:spPr>
          <a:xfrm>
            <a:off x="5760720" y="41605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620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Sign up now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82880" y="482803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ING Finance APAC  |  Digital Workplace Ambassador Programme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2026-09-21T09:29:31Z</dcterms:created>
  <dcterms:modified xsi:type="dcterms:W3CDTF">2026-09-21T09:29:31Z</dcterms:modified>
</cp:coreProperties>
</file>