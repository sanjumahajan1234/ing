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What is a Digital Workplace Ambassador?
Key talking points:
• Open: "Quick show of hands — who uses Teams or SharePoint every day?" → "Ambassadors make those tools work better for everyone."
• On scope: "Primarily M365 right now — but the role covers any new ING digital tool as the workplace evolves."
• Card 2 (best practices): "Co-authoring docs instead of emailing versions, channels instead of group chats, setting up SharePoint pages."
• Card 3 (questions): "Can't find a file, want a better way to run a weekly — that's the DWA. Password reset — still IT."
• Card 4 (feedback): "If a rollout is confusing or a tool doesn't fit Finance, the DWA captures that and feeds it back."
• Link on panel: point to it — "Full details on the intranet — scan or click after."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Impact &amp; Why Join?
On the numbers: "From ING's internal DWA programme page."
On Early Access: "M365 plus Copilot and Power BI features — ambassadors typically pilot before general rollout."
Close: "Light commitment, no separate KPIs. Come talk to me if you're curious."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ing.sharepoint.com/sites/intranet-017-mywork/SitePages/digital-workplace-ambassador.asp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82880" y="320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Digital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Workplace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Ambassador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8288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Your peer guide to smarter working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with ING digital tools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301752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CC4E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8600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Primarily M365 · any new ING digital tool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3657600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228600" y="367588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u="sng" dirty="0">
                <a:solidFill>
                  <a:srgbClr val="FF62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Learn more on ING Intranet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28600" y="39044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ing.sharepoint.com › digital-workplace-ambassador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743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200"/>
                </a:solidFill>
              </a:rPr>
              <a:t>What do they do?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49040" y="868680"/>
            <a:ext cx="5120640" cy="804672"/>
          </a:xfrm>
          <a:prstGeom prst="roundRect">
            <a:avLst>
              <a:gd name="adj" fmla="val 5682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13632" y="923544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🔍  Help colleagues get the most out of Microsoft 365 tools (Teams, SharePoint, OneDrive, Outlook) — and any new ING digital tool rolled out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49040" y="1874520"/>
            <a:ext cx="5120640" cy="804672"/>
          </a:xfrm>
          <a:prstGeom prst="roundRect">
            <a:avLst>
              <a:gd name="adj" fmla="val 5682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13632" y="1929384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📣  Share best practices: co-authoring docs, using channels vs group chats, setting up SharePoint pages for your team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49040" y="2880360"/>
            <a:ext cx="5120640" cy="804672"/>
          </a:xfrm>
          <a:prstGeom prst="roundRect">
            <a:avLst>
              <a:gd name="adj" fmla="val 5682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13632" y="2935224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💬  Go-to for "how do I do this?" questions — not IT incidents. Think: can't find a file, want a better way to run a weekly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49040" y="3886200"/>
            <a:ext cx="5120640" cy="804672"/>
          </a:xfrm>
          <a:prstGeom prst="roundRect">
            <a:avLst>
              <a:gd name="adj" fmla="val 5682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13632" y="3941064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🔄  Flag what's confusing or not working for Finance — you shape how tools are adopted, not just receive them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82880" y="48280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ING Finance APAC  |  Digital Workplace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Impact  ·  Why Join?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961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200"/>
                </a:solidFill>
              </a:rPr>
              <a:t>1,700+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Ambassadors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worldwide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82296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8961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200"/>
                </a:solidFill>
              </a:rPr>
              <a:t>5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Continents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represented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82296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8961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200"/>
                </a:solidFill>
              </a:rPr>
              <a:t>Bi-monthly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Global events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&amp; demos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" y="20299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8888"/>
                </a:solidFill>
              </a:rPr>
              <a:t>Source: ING Digital Workplace programme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8595360" cy="274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4320" y="2359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200"/>
                </a:solidFill>
              </a:rPr>
              <a:t>What's in it for YOU?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2898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🌐  Global network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3200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Connected to 1,700+ ambassadors across ING entities worldwide — not just your floor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898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🚀  Early access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200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First to see new M365 features + upcoming ING tools (Copilot, Power BI) before general rollout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84048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3904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📈  Visibility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206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Build your profile as the digital champion in your domain — seen by your manager and stakeholders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84048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3904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🤝  Real impact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4206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Colleagues work smarter because of you — light commitment, measurable difference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82880" y="48280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ING Finance APAC  |  Digital Workplace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2026-09-21T09:02:48Z</dcterms:created>
  <dcterms:modified xsi:type="dcterms:W3CDTF">2026-09-21T09:02:48Z</dcterms:modified>
</cp:coreProperties>
</file>